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60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BOTWAVE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for construction businesses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We deploy a team of AI workers on your client's business —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answering customers, generating quotes, tracking crews, and creating bids.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They talk to their AI through whatever they already use.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WhatsApp. Text message. Website chat. Email. Phone.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$29/month  ·  Setup in 1 hour  ·  No contracts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botwave.ai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nobody's solving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350,000 small construction businesses in the US. Most run on sticky notes, voicemail, and gut instinct.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7680960" cy="65836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164592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calls go unanswered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120640" y="164592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under a sink. On a roof. Driving to a job.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7680960" cy="65836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2316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94560" y="242316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callers never call back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242316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call the next plumber on Google.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7680960" cy="65836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0040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$86K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194560" y="320040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year in missed leads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320040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revenue walking out the door.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7680960" cy="65836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97764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194560" y="397764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AI tools built for trades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0" y="397764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ServiceTitan costs $245/tech. Jobber has no AI. Avoca is voice-only.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Botwave deploys AI agents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run your client's office while they run the job.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5544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agent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80160" y="190195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inquiries 24/7 on WhatsApp, SMS, web chat, or email. Captures leads. Books appointments.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688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3774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Quoting agent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80160" y="272491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the service needed, calculates price using the contractor's actual rates and markups. Instant.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9184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32004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bid agent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280160" y="354787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sends a job site photo. Gets a PDF bid with itemized materials, labor, and signature block.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1480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4023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agent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1280160" y="43708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in/out, payroll calculations, materials tracking, change orders. All through text.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channel the client already uses. No new apps to download. No training required.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Their customers text.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Botwave answers. On whatever platform they use.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46888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used messaging app globally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554480"/>
            <a:ext cx="246888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691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Text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every phone ever made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46888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691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Chat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on their existing site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926080"/>
            <a:ext cx="246888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63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474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Auto-replies, follow-ups, quotes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2926080"/>
            <a:ext cx="246888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3063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Voice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74720" y="3474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answering with call routing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926080"/>
            <a:ext cx="246888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3063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3474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Messenger for customer inquiries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OpenClaw — the open-source agent framework with 250K+ developers.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feature nobody else has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Photo-to-bid: a professional estimate in 30 seconds.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920240" cy="2743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737360"/>
            <a:ext cx="64008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 photo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any phone, any messaging app. Send it with a note about the job.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97480" y="1554480"/>
            <a:ext cx="1920240" cy="2743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1737360"/>
            <a:ext cx="64008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78892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88920" y="29718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materials, scope, conditions. Returns structured line items.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554480"/>
            <a:ext cx="1920240" cy="2743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13"/>
          <p:cNvSpPr/>
          <p:nvPr/>
        </p:nvSpPr>
        <p:spPr>
          <a:xfrm>
            <a:off x="5394960" y="1737360"/>
            <a:ext cx="64008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93776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Auto-prices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29718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contractor's own rates, markups, and profit margin.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1554480"/>
            <a:ext cx="1920240" cy="2743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543800" y="1737360"/>
            <a:ext cx="64008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754380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08660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delivered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86600" y="29718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bid with company name, line items, totals, signature block.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 takes 1 hour. Not 6 months.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VIP overhaul: we clean up their machine and deploy their AI team in a single call.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5544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securely to their machine via encrypted tunnel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39112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1993392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years of scattered business files into clean folders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78024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43000" y="2432304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temp files, caches, bloatware — recover gigabytes of space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16936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43000" y="2871216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security scan, enable real-time protection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355848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43000" y="3310128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AI agent cluster with their trade profile configured</a:t>
            </a:r>
            <a:endParaRPr lang="en-US" sz="13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794760"/>
            <a:ext cx="228600" cy="2286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143000" y="374904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their preferred messaging channels</a:t>
            </a:r>
            <a:endParaRPr lang="en-US" sz="13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233672"/>
            <a:ext cx="228600" cy="2286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143000" y="4187952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professional audit report they can keep</a:t>
            </a:r>
            <a:endParaRPr lang="en-US" sz="1300" dirty="0"/>
          </a:p>
        </p:txBody>
      </p:sp>
      <p:sp>
        <p:nvSpPr>
          <p:cNvPr id="18" name="Text 9"/>
          <p:cNvSpPr/>
          <p:nvPr/>
        </p:nvSpPr>
        <p:spPr>
          <a:xfrm>
            <a:off x="73152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ServiceTitan charges $5K-$50K and takes 6-12 months for setup. We do it in 1 hour for $0-79.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pricing. No contracts. No surprises.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 includes AI. Because that's the whole point.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3840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$29</a:t>
            </a:r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/mo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answering (1 channel)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615184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quotes/month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944368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273552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summary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602736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1051560"/>
            <a:ext cx="2651760" cy="3840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3337560" y="105156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Shape 13"/>
          <p:cNvSpPr/>
          <p:nvPr/>
        </p:nvSpPr>
        <p:spPr>
          <a:xfrm>
            <a:off x="3977640" y="914400"/>
            <a:ext cx="137160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3977640" y="914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37560" y="16002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$79</a:t>
            </a:r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/mo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566160" y="2286000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channels (WhatsApp/SMS/web/email)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2615184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quotes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66160" y="2944368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Photo-to-bid (5/month)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66160" y="3273552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tracking (up to 5)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66160" y="3602736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PDF reports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160" y="3931920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overhaul included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1051560"/>
            <a:ext cx="2651760" cy="3840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0" y="1051560"/>
            <a:ext cx="26517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17920" y="16002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$149</a:t>
            </a:r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/mo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6446520" y="2286000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46520" y="2615184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photo-to-bid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2944368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crew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3273552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+ change orders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46520" y="3602736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46520" y="3931920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maintenance scan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plans: 14-day free trial. No credit card to start. Cancel anytime.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compare (honestly)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384048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1554480"/>
                <a:gridCol w="155448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Jobber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Housecall Pro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ServiceTitan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BOTWAVE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Starting price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$49/mo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$59/mo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$245/tech/mo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$29/mo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included?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Waitlist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every plan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Photo-to-bid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Trade-specific 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trades built 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week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week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6-12 months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hour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cost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$5K-$50K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Free-$79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+ web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+ web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+ web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(WhatsApp/SMS/web/email)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 tracking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($129+)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($149+)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($79)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required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(annual)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IT professionals and MSPs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manage their machines. Now manage their AI too.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371600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recurring commission on every client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88720" y="1682496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pays $79/month, you earn $15.80/month. 10 clients = $158/month passive income. Scales with your portfolio.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600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2240280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handle all the AI. You handle the relationship.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188720" y="2551176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introduce Botwave to your client. We deploy remotely, configure the agents, and maintain the system. You get the credit.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5468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3108960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VIP overhaul is your selling tool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188720" y="3419856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free system cleanup to any client. While you're on their machine, show them the AI. The overhaul sells itself.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2336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720" y="3977640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technical risk to your reputation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1188720" y="4288536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client doesn't like it — they cancel. No contract, no hardware to remove, no mess. 14-day free trial means they try before you stake anything.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by a plumber.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people like my dad.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I built Botwave because I watched my dad miss calls while he was on jobs.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I watched him lose customers to the guy down the street who just happened to answer the phone first. </a:t>
            </a:r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Big tech isn't building for him. So I did.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not trying to be a unicorn. I'm trying to help tradespeople keep more of what they earn.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2286000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show you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botwave.ai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support@botwave.ai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Botwave — AI Agents for Construction Businesses</dc:title>
  <dc:subject>PptxGenJS Presentation</dc:subject>
  <dc:creator>Botwave Inc.</dc:creator>
  <cp:lastModifiedBy>Botwave Inc.</cp:lastModifiedBy>
  <cp:revision>1</cp:revision>
  <dcterms:created xsi:type="dcterms:W3CDTF">2026-04-05T14:41:37Z</dcterms:created>
  <dcterms:modified xsi:type="dcterms:W3CDTF">2026-04-05T14:41:37Z</dcterms:modified>
</cp:coreProperties>
</file>